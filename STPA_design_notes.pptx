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F76B11-E263-DA47-9E27-E7185BF9E40B}" v="3" dt="2026-07-22T22:15:05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>
        <p:scale>
          <a:sx n="205" d="100"/>
          <a:sy n="205" d="100"/>
        </p:scale>
        <p:origin x="-2832" y="-3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CF67-65AE-72FC-9CC7-7A1F005E4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D1FA-1B83-1564-3E29-80304C553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DCFB6-C627-5599-D9BC-525D5A111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CCE18-2FB3-A248-A6F8-BBC5BBC8249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82CF-7F23-920C-5ACC-79B804311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9CC14-9448-EE97-A6E1-7F1A90BA6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6F27B-B3A8-4541-8394-4943AE823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25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BEE0-7501-DA9F-7D87-BB172CE51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4F63B-358C-4138-9591-A93E228BE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85127-C9BF-4357-ACAC-EF7EA16AE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CCE18-2FB3-A248-A6F8-BBC5BBC8249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C4518-E0A9-A898-4168-3C039CABF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C4BD3-C743-682B-A147-B77C4E64F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6F27B-B3A8-4541-8394-4943AE823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73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0F34-483D-7580-A033-957080735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35C6D-10BA-0368-53F1-17AC02EA3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3D374-6DAF-F816-30C2-90C56474B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CCE18-2FB3-A248-A6F8-BBC5BBC8249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9FD5F-04D9-51C9-8E88-D26F368F8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2D09F-A95D-12CC-AF1A-8FAF732F2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6F27B-B3A8-4541-8394-4943AE823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69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D8FFB-4F86-E1AF-8A75-EB0B0ACE3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21668-8716-4FCF-16A0-661728244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55CE4-8B9C-2061-B977-8002DD3F4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C075A-EC3E-4A4D-1771-125B32CAA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CCE18-2FB3-A248-A6F8-BBC5BBC8249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C762F-3E44-C535-9324-652BAA1E5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4DFF8-9C26-DD68-206A-FCE66E11D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6F27B-B3A8-4541-8394-4943AE823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6FC0E-6B2E-8850-BFB9-C1793298D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00206-C9AA-7832-3EA8-EFB98DAF5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FE6F8A-BF0D-A0D7-B186-40FC8B31E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2DA6B-B4EA-E325-6CDB-430B374F5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36AC4D-51A5-BA18-9A6F-9A5B38F9C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D4E2FF-D06E-E0DD-307C-32C8DB538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CCE18-2FB3-A248-A6F8-BBC5BBC8249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F5E452-4A34-1C7A-8F6A-DEEE48A1E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63E5E-507C-E2E4-F45E-01F6978A4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6F27B-B3A8-4541-8394-4943AE823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09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7740-32B5-63DB-3162-045BB88E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8D9CF-BD2F-1EFB-B2B3-6F5624E8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CCE18-2FB3-A248-A6F8-BBC5BBC8249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621B6-9699-78F5-6613-792ADDA82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29CFB-E023-2A4E-BCE0-06EDC0373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6F27B-B3A8-4541-8394-4943AE823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47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DABF0B-A656-EE8E-618D-694AB10A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CCE18-2FB3-A248-A6F8-BBC5BBC8249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21E2D-EB98-1F35-B583-5DD9D2BEB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4F867-996A-B99D-8054-F55179CB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6F27B-B3A8-4541-8394-4943AE823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25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2D6EA-CB47-1E57-142D-FDF22480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EA000-982D-21F5-6E51-33859A45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52EAC-6B0D-B87C-05F5-4DD5E7D34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65116-D387-CB9E-F6DF-6130DBF39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CCE18-2FB3-A248-A6F8-BBC5BBC8249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F52F8-5113-45D3-BC0C-E2D12256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A99E9-49BF-59D0-4DA7-A84B94B0F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6F27B-B3A8-4541-8394-4943AE823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0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257FF-17F4-A594-FB99-CF2CA198E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B94AD-9844-9726-F186-FEB0505450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21D10-5EE5-20AD-F71B-C5B44FAD6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87CF6-334B-836C-4973-2C38DD08B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CCE18-2FB3-A248-A6F8-BBC5BBC8249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7C75B-7CDF-554B-9853-3A3AC3F62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7C952-F079-808E-B2DE-7F20EDD54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6F27B-B3A8-4541-8394-4943AE823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6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C3F48-986B-62E1-B7F9-9ABC606F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FF28D9-5A00-0D1B-1DD9-5920FE7A4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79934-0FF0-4E0D-0F6D-87A7919C7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CCE18-2FB3-A248-A6F8-BBC5BBC8249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04B60-4B54-5EA1-9932-833B72C01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1AED1-62F9-140C-B33E-2614FA66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6F27B-B3A8-4541-8394-4943AE823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50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D4EE58-F5FE-D031-1973-9BE535128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46862-24F2-E590-6529-786F8FA8C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E8EF6-C7CF-ACC0-0251-4B502EE37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CCE18-2FB3-A248-A6F8-BBC5BBC8249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13FFF-EAD9-19FE-FF63-9B5A54662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5F42B-0DE8-629C-3101-3365F3D0C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6F27B-B3A8-4541-8394-4943AE823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14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5D0BB-C0B2-C79F-2134-17EBD9C0C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0001E-2806-598A-7B94-88EB876EE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4918A-2E3F-9AAB-4572-BCD773C7A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CCE18-2FB3-A248-A6F8-BBC5BBC8249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BD8FB-3D7B-9231-1034-1A0DECD52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4A90A-06C6-2E09-F346-96052A200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6F27B-B3A8-4541-8394-4943AE823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F25AB7-D777-59B4-3C0A-9D2C91AD6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135" y="0"/>
            <a:ext cx="40777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124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9C027F-BEA8-987A-BF3C-DC43F3D3D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17095"/>
            <a:ext cx="7772400" cy="36238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A6DB25-472D-5044-8195-EE5F9EB5CE19}"/>
              </a:ext>
            </a:extLst>
          </p:cNvPr>
          <p:cNvSpPr txBox="1"/>
          <p:nvPr/>
        </p:nvSpPr>
        <p:spPr>
          <a:xfrm>
            <a:off x="2209800" y="778476"/>
            <a:ext cx="610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STPA </a:t>
            </a:r>
            <a:r>
              <a:rPr lang="en-US" dirty="0" err="1"/>
              <a:t>genereringen</a:t>
            </a:r>
            <a:r>
              <a:rPr lang="en-US" dirty="0"/>
              <a:t> med FABLE </a:t>
            </a:r>
            <a:r>
              <a:rPr lang="en-US" dirty="0" err="1"/>
              <a:t>körde</a:t>
            </a:r>
            <a:r>
              <a:rPr lang="en-US" dirty="0"/>
              <a:t> slut </a:t>
            </a:r>
            <a:r>
              <a:rPr lang="en-US" dirty="0" err="1"/>
              <a:t>på</a:t>
            </a:r>
            <a:r>
              <a:rPr lang="en-US" dirty="0"/>
              <a:t> API use… 100%</a:t>
            </a:r>
          </a:p>
        </p:txBody>
      </p:sp>
    </p:spTree>
    <p:extLst>
      <p:ext uri="{BB962C8B-B14F-4D97-AF65-F5344CB8AC3E}">
        <p14:creationId xmlns:p14="http://schemas.microsoft.com/office/powerpoint/2010/main" val="2487243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12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 Pettersson</dc:creator>
  <cp:lastModifiedBy>Lars Pettersson</cp:lastModifiedBy>
  <cp:revision>1</cp:revision>
  <dcterms:created xsi:type="dcterms:W3CDTF">2026-07-22T21:29:25Z</dcterms:created>
  <dcterms:modified xsi:type="dcterms:W3CDTF">2026-07-22T22:16:00Z</dcterms:modified>
</cp:coreProperties>
</file>